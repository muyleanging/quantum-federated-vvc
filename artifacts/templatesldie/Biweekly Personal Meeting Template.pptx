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860" r:id="rId3"/>
    <p:sldId id="906" r:id="rId4"/>
    <p:sldId id="907" r:id="rId5"/>
    <p:sldId id="908" r:id="rId6"/>
    <p:sldId id="909" r:id="rId7"/>
    <p:sldId id="911" r:id="rId8"/>
    <p:sldId id="912" r:id="rId9"/>
    <p:sldId id="258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1pPr>
    <a:lvl2pPr marL="0" marR="0" indent="3429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2pPr>
    <a:lvl3pPr marL="0" marR="0" indent="685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3pPr>
    <a:lvl4pPr marL="0" marR="0" indent="10287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4pPr>
    <a:lvl5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5pPr>
    <a:lvl6pPr marL="0" marR="0" indent="17145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6pPr>
    <a:lvl7pPr marL="0" marR="0" indent="2057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7pPr>
    <a:lvl8pPr marL="0" marR="0" indent="24003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8pPr>
    <a:lvl9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23D"/>
    <a:srgbClr val="97BECD"/>
    <a:srgbClr val="237378"/>
    <a:srgbClr val="D4D14E"/>
    <a:srgbClr val="DEDB51"/>
    <a:srgbClr val="BEBC4A"/>
    <a:srgbClr val="E9E559"/>
    <a:srgbClr val="84A7B7"/>
    <a:srgbClr val="ACD7E7"/>
    <a:srgbClr val="0E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D5D4"/>
          </a:solidFill>
        </a:fill>
      </a:tcStyle>
    </a:wholeTbl>
    <a:band2H>
      <a:tcTxStyle/>
      <a:tcStyle>
        <a:tcBdr/>
        <a:fill>
          <a:solidFill>
            <a:srgbClr val="F9ECEB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firstRow>
  </a:tblStyle>
  <a:tblStyle styleId="{C7B018BB-80A7-4F77-B60F-C8B233D01FF8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/>
    <p:restoredTop sz="97642"/>
  </p:normalViewPr>
  <p:slideViewPr>
    <p:cSldViewPr snapToGrid="0" snapToObjects="1">
      <p:cViewPr varScale="1">
        <p:scale>
          <a:sx n="128" d="100"/>
          <a:sy n="128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1pPr>
    <a:lvl2pPr indent="2286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2pPr>
    <a:lvl3pPr indent="4572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3pPr>
    <a:lvl4pPr indent="6858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4pPr>
    <a:lvl5pPr indent="9144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5pPr>
    <a:lvl6pPr indent="11430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6pPr>
    <a:lvl7pPr indent="13716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7pPr>
    <a:lvl8pPr indent="16002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8pPr>
    <a:lvl9pPr indent="18288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40659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FA4C-A8B1-8979-B757-E897D69B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F4DC6-4446-E4D8-CC1C-D01B232FA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362E-9DA8-6F44-446A-7F2081C23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366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0754-01BD-5F47-AC4F-ADCE3053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E8B98-75F5-7A73-7590-CF35E2024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0A6A9-8D25-2E09-FF59-D93125BD8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1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FCDA-3265-2BEA-3DB2-2E4E0D83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5DADE-24D6-D063-2FE5-EF870E802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A692B-6656-189F-B7F4-AF36399F7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2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0300-6DA2-7904-D9F8-52592D41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41637-71EB-04AC-D4D7-5A3AF7265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12A84-AC88-7BC2-3E86-6A6F1519E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56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1BD6-F3DE-A185-508D-67BFDD61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10EF-9988-CDA0-0774-09ECB7070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80066-3E54-CDD4-0B7D-BF9A4D8AD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08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92124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- 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"/>
          <p:cNvSpPr/>
          <p:nvPr/>
        </p:nvSpPr>
        <p:spPr>
          <a:xfrm>
            <a:off x="152400" y="6200775"/>
            <a:ext cx="8839200" cy="1588"/>
          </a:xfrm>
          <a:prstGeom prst="line">
            <a:avLst/>
          </a:prstGeom>
          <a:ln w="28575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buClrTx/>
              <a:buFontTx/>
              <a:defRPr sz="1200">
                <a:uFillTx/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pic>
        <p:nvPicPr>
          <p:cNvPr id="16" name="image6.jpg" descr="image6.jpg"/>
          <p:cNvPicPr>
            <a:picLocks noChangeAspect="1"/>
          </p:cNvPicPr>
          <p:nvPr/>
        </p:nvPicPr>
        <p:blipFill>
          <a:blip r:embed="rId2"/>
          <a:srcRect l="4156" t="15992" r="5753" b="81928"/>
          <a:stretch>
            <a:fillRect/>
          </a:stretch>
        </p:blipFill>
        <p:spPr>
          <a:xfrm>
            <a:off x="315714" y="3275874"/>
            <a:ext cx="8512478" cy="97947"/>
          </a:xfrm>
          <a:prstGeom prst="rect">
            <a:avLst/>
          </a:prstGeom>
          <a:ln w="12700"/>
        </p:spPr>
      </p:pic>
      <p:sp>
        <p:nvSpPr>
          <p:cNvPr id="17" name="마스터 텍스트 스타일을 편집합니다"/>
          <p:cNvSpPr txBox="1">
            <a:spLocks noGrp="1"/>
          </p:cNvSpPr>
          <p:nvPr>
            <p:ph type="body" sz="quarter" idx="21"/>
          </p:nvPr>
        </p:nvSpPr>
        <p:spPr>
          <a:xfrm>
            <a:off x="363269" y="3353009"/>
            <a:ext cx="8468262" cy="4245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r">
              <a:spcBef>
                <a:spcPts val="500"/>
              </a:spcBef>
              <a:buSzTx/>
              <a:buFont typeface="Helvetica"/>
              <a:buNone/>
              <a:defRPr sz="1700" b="0"/>
            </a:lvl1pPr>
          </a:lstStyle>
          <a:p>
            <a:pPr>
              <a:defRPr b="1"/>
            </a:pPr>
            <a:r>
              <a:rPr b="0"/>
              <a:t>마스터 텍스트 스타일을 편집합니다</a:t>
            </a:r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346228" y="1145116"/>
            <a:ext cx="8451544" cy="197808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90000"/>
              </a:lnSpc>
              <a:defRPr sz="3800">
                <a:uFill>
                  <a:solidFill>
                    <a:srgbClr val="654E04"/>
                  </a:solidFill>
                </a:uFill>
              </a:defRPr>
            </a:lvl1pPr>
          </a:lstStyle>
          <a:p>
            <a:r>
              <a:t>Title Text</a:t>
            </a:r>
          </a:p>
        </p:txBody>
      </p:sp>
      <p:pic>
        <p:nvPicPr>
          <p:cNvPr id="19" name="pknu.png" descr="pk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7" y="78233"/>
            <a:ext cx="1289980" cy="1176672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2984" y="6442075"/>
            <a:ext cx="283816" cy="274415"/>
          </a:xfrm>
          <a:prstGeom prst="rect">
            <a:avLst/>
          </a:prstGeom>
          <a:ln>
            <a:miter lim="400000"/>
          </a:ln>
        </p:spPr>
        <p:txBody>
          <a:bodyPr lIns="50800" tIns="50800" rIns="50800" bIns="50800"/>
          <a:lstStyle>
            <a:lvl1pPr>
              <a:defRPr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1" name="QCL.png" descr="Q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87" y="118223"/>
            <a:ext cx="1389141" cy="573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150"/>
              </a:spcAft>
              <a:defRPr sz="2400"/>
            </a:lvl1pPr>
            <a:lvl2pPr>
              <a:lnSpc>
                <a:spcPct val="100000"/>
              </a:lnSpc>
              <a:spcAft>
                <a:spcPts val="150"/>
              </a:spcAft>
              <a:defRPr sz="2200"/>
            </a:lvl2pPr>
            <a:lvl3pPr>
              <a:lnSpc>
                <a:spcPct val="100000"/>
              </a:lnSpc>
              <a:spcAft>
                <a:spcPts val="150"/>
              </a:spcAft>
              <a:defRPr sz="2000"/>
            </a:lvl3pPr>
            <a:lvl4pPr>
              <a:lnSpc>
                <a:spcPct val="100000"/>
              </a:lnSpc>
              <a:spcAft>
                <a:spcPts val="150"/>
              </a:spcAft>
              <a:defRPr sz="2000"/>
            </a:lvl4pPr>
            <a:lvl5pPr>
              <a:lnSpc>
                <a:spcPct val="100000"/>
              </a:lnSpc>
              <a:spcAft>
                <a:spcPts val="150"/>
              </a:spcAft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11112" y="6324600"/>
            <a:ext cx="9145588" cy="234950"/>
          </a:xfrm>
          <a:prstGeom prst="rect">
            <a:avLst/>
          </a:prstGeom>
          <a:gradFill>
            <a:gsLst>
              <a:gs pos="0">
                <a:srgbClr val="EAEEF9"/>
              </a:gs>
              <a:gs pos="100000">
                <a:srgbClr val="FFFFFF"/>
              </a:gs>
            </a:gsLst>
            <a:lin ang="5400000"/>
          </a:gradFill>
          <a:ln>
            <a:miter lim="400000"/>
          </a:ln>
        </p:spPr>
        <p:txBody>
          <a:bodyPr lIns="38100" tIns="38100" rIns="38100" bIns="38100" anchor="ctr"/>
          <a:lstStyle/>
          <a:p>
            <a:pPr algn="ctr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http://hpcl.pknu.ac.kr"/>
          <p:cNvSpPr txBox="1"/>
          <p:nvPr/>
        </p:nvSpPr>
        <p:spPr>
          <a:xfrm>
            <a:off x="3431713" y="6445249"/>
            <a:ext cx="2229778" cy="292388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 algn="ctr" defTabSz="584200">
              <a:buClr>
                <a:srgbClr val="363636"/>
              </a:buClr>
              <a:def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>
                <a:solidFill>
                  <a:srgbClr val="000000"/>
                </a:solidFill>
                <a:effectLst/>
                <a:uFillTx/>
              </a:defRPr>
            </a:pPr>
            <a:r>
              <a: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http://</a:t>
            </a:r>
            <a:r>
              <a:rPr lang="en-US"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quantum</a:t>
            </a:r>
            <a:r>
              <a: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.pknu.ac.kr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368934" y="48192"/>
            <a:ext cx="6659683" cy="71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247967" y="894643"/>
            <a:ext cx="8671878" cy="53507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normAutofit/>
          </a:bodyPr>
          <a:lstStyle>
            <a:lvl2pPr marL="742950" indent="-285750">
              <a:buSzPct val="110000"/>
              <a:buChar char="–"/>
              <a:defRPr sz="2400" b="0"/>
            </a:lvl2pPr>
            <a:lvl3pPr marL="1143000" indent="-228600">
              <a:buClr>
                <a:schemeClr val="accent5">
                  <a:hueOff val="-176146"/>
                  <a:satOff val="3665"/>
                  <a:lumOff val="-13986"/>
                </a:schemeClr>
              </a:buClr>
              <a:buChar char="▪"/>
              <a:defRPr sz="2200" b="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defRPr>
            </a:lvl3pPr>
            <a:lvl4pPr marL="1600200" indent="-228600">
              <a:spcBef>
                <a:spcPts val="300"/>
              </a:spcBef>
              <a:defRPr sz="2000" b="0"/>
            </a:lvl4pPr>
            <a:lvl5pPr marL="2057400" indent="-228600">
              <a:spcBef>
                <a:spcPts val="300"/>
              </a:spcBef>
              <a:buChar char="»"/>
              <a:defRPr sz="1800" b="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3184" y="6476999"/>
            <a:ext cx="258417" cy="254001"/>
          </a:xfrm>
          <a:prstGeom prst="rect">
            <a:avLst/>
          </a:prstGeom>
          <a:ln w="12700"/>
        </p:spPr>
        <p:txBody>
          <a:bodyPr wrap="none" lIns="38100" tIns="38100" rIns="38100" bIns="38100">
            <a:spAutoFit/>
          </a:bodyPr>
          <a:lstStyle>
            <a:lvl1pPr algn="r">
              <a:buClrTx/>
              <a:buFontTx/>
              <a:defRPr sz="1200" b="1">
                <a:solidFill>
                  <a:srgbClr val="302900"/>
                </a:solidFill>
                <a:uFill>
                  <a:solidFill>
                    <a:srgbClr val="3029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" name="직선 연결선[R] 7"/>
          <p:cNvSpPr/>
          <p:nvPr/>
        </p:nvSpPr>
        <p:spPr>
          <a:xfrm>
            <a:off x="157281" y="778818"/>
            <a:ext cx="8829438" cy="1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buClrTx/>
              <a:buFontTx/>
              <a:defRPr sz="1800">
                <a:uFillTx/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pic>
        <p:nvPicPr>
          <p:cNvPr id="8" name="QCL.png" descr="Q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87" y="118223"/>
            <a:ext cx="1389141" cy="57374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 advClick="0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1pPr>
      <a:lvl2pPr marL="0" marR="0" indent="228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2pPr>
      <a:lvl3pPr marL="0" marR="0" indent="457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3pPr>
      <a:lvl4pPr marL="0" marR="0" indent="685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4pPr>
      <a:lvl5pPr marL="0" marR="0" indent="9144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5pPr>
      <a:lvl6pPr marL="0" marR="0" indent="11430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6pPr>
      <a:lvl7pPr marL="0" marR="0" indent="1371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7pPr>
      <a:lvl8pPr marL="0" marR="0" indent="1600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8pPr>
      <a:lvl9pPr marL="0" marR="0" indent="1828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9pPr>
    </p:titleStyle>
    <p:bodyStyle>
      <a:lvl1pPr marL="285750" marR="0" indent="-2857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1pPr>
      <a:lvl2pPr marL="8572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2pPr>
      <a:lvl3pPr marL="1270000" marR="0" indent="-35560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3pPr>
      <a:lvl4pPr marL="17716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4pPr>
      <a:lvl5pPr marL="22288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5pPr>
      <a:lvl6pPr marL="34512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6pPr>
      <a:lvl7pPr marL="38068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7pPr>
      <a:lvl8pPr marL="41624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8pPr>
      <a:lvl9pPr marL="45180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1pPr>
      <a:lvl2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2pPr>
      <a:lvl3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3pPr>
      <a:lvl4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4pPr>
      <a:lvl5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5pPr>
      <a:lvl6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6pPr>
      <a:lvl7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7pPr>
      <a:lvl8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8pPr>
      <a:lvl9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ubtitle (Spring 2022)"/>
          <p:cNvSpPr txBox="1">
            <a:spLocks noGrp="1"/>
          </p:cNvSpPr>
          <p:nvPr>
            <p:ph type="body" idx="21"/>
          </p:nvPr>
        </p:nvSpPr>
        <p:spPr>
          <a:xfrm>
            <a:off x="329510" y="3429000"/>
            <a:ext cx="8468262" cy="424539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en-US" b="0" dirty="0"/>
              <a:t>(Date</a:t>
            </a:r>
            <a:r>
              <a:rPr b="0" dirty="0"/>
              <a:t>)</a:t>
            </a:r>
          </a:p>
        </p:txBody>
      </p:sp>
      <p:sp>
        <p:nvSpPr>
          <p:cNvPr id="51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Bi-Weekly Meeting</a:t>
            </a:r>
            <a:endParaRPr dirty="0"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53" name="[NAME]…"/>
          <p:cNvSpPr txBox="1"/>
          <p:nvPr/>
        </p:nvSpPr>
        <p:spPr>
          <a:xfrm>
            <a:off x="3376482" y="4776260"/>
            <a:ext cx="2391037" cy="125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 b="1"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Student Name</a:t>
            </a:r>
            <a:endParaRPr dirty="0"/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Graduate Student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 err="1"/>
              <a:t>Pukyong</a:t>
            </a:r>
            <a:r>
              <a:rPr lang="en-US" dirty="0"/>
              <a:t> National University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 err="1"/>
              <a:t>student@email.com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F798-1670-F2C7-194E-8A1D6E17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Index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7711D-AD6A-5289-9510-FAD42809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Research Name (QAOA, Simulator, etc.,.)</a:t>
            </a:r>
          </a:p>
          <a:p>
            <a:pPr lvl="1">
              <a:lnSpc>
                <a:spcPct val="150000"/>
              </a:lnSpc>
            </a:pPr>
            <a:endParaRPr lang="en-KR" dirty="0"/>
          </a:p>
          <a:p>
            <a:pPr lvl="1">
              <a:lnSpc>
                <a:spcPct val="150000"/>
              </a:lnSpc>
            </a:pPr>
            <a:endParaRPr lang="en-KR" dirty="0"/>
          </a:p>
          <a:p>
            <a:pPr lvl="1">
              <a:lnSpc>
                <a:spcPct val="150000"/>
              </a:lnSpc>
            </a:pPr>
            <a:endParaRPr lang="en-KR" dirty="0"/>
          </a:p>
          <a:p>
            <a:pPr lvl="1">
              <a:lnSpc>
                <a:spcPct val="150000"/>
              </a:lnSpc>
            </a:pPr>
            <a:endParaRPr lang="en-KR" dirty="0"/>
          </a:p>
          <a:p>
            <a:pPr>
              <a:lnSpc>
                <a:spcPct val="150000"/>
              </a:lnSpc>
            </a:pPr>
            <a:endParaRPr lang="en-KR" dirty="0"/>
          </a:p>
          <a:p>
            <a:pPr>
              <a:lnSpc>
                <a:spcPct val="150000"/>
              </a:lnSpc>
            </a:pPr>
            <a:endParaRPr lang="en-KR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9EA0B7C-E02C-191F-C7CE-4C4CC82A5EC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6926846"/>
      </p:ext>
    </p:extLst>
  </p:cSld>
  <p:clrMapOvr>
    <a:masterClrMapping/>
  </p:clrMapOvr>
  <p:transition spd="med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3557-C8DC-885C-5BD0-67A61D08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1A92A1-97FE-0BA9-5CBC-9BF91902F6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514997-8D52-2171-14B4-45E1FFD1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Research Name</a:t>
            </a:r>
          </a:p>
        </p:txBody>
      </p:sp>
    </p:spTree>
    <p:extLst>
      <p:ext uri="{BB962C8B-B14F-4D97-AF65-F5344CB8AC3E}">
        <p14:creationId xmlns:p14="http://schemas.microsoft.com/office/powerpoint/2010/main" val="1870013511"/>
      </p:ext>
    </p:extLst>
  </p:cSld>
  <p:clrMapOvr>
    <a:masterClrMapping/>
  </p:clrMapOvr>
  <p:transition spd="med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432F-4836-9DF8-5688-4AB6F28F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39AE-BD22-388F-BAC0-B3EE6957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Executive Summary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AE5CE23-662B-91C3-E82E-C22AFDBA55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70F63-CF31-3605-D874-92380352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(Edit accordingly. Goal: Overview of focus area and achivement)</a:t>
            </a:r>
          </a:p>
        </p:txBody>
      </p:sp>
    </p:spTree>
    <p:extLst>
      <p:ext uri="{BB962C8B-B14F-4D97-AF65-F5344CB8AC3E}">
        <p14:creationId xmlns:p14="http://schemas.microsoft.com/office/powerpoint/2010/main" val="293162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67FF8-8B46-73B0-0593-B9568088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A915-45A6-7D27-D5B9-14580B60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New Progress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0BE9929-2654-22D5-E8ED-690962E0C4A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680C6-21A6-BB4E-DD7B-2134247AD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(Edit accordingly. Goal: Only new results since last meeting)</a:t>
            </a:r>
          </a:p>
        </p:txBody>
      </p:sp>
    </p:spTree>
    <p:extLst>
      <p:ext uri="{BB962C8B-B14F-4D97-AF65-F5344CB8AC3E}">
        <p14:creationId xmlns:p14="http://schemas.microsoft.com/office/powerpoint/2010/main" val="385276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55E4-9528-4FBB-6C5B-8A14DFE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7912-337A-B540-FFF7-823DFE0A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Response to Previous Feedback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C11AB3-83E3-360C-6DD2-13CBEFE67AD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B963-9655-0654-DD1D-9EFFE14D2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(Edit accordingly. Goal: show adjustments or corrections)</a:t>
            </a:r>
          </a:p>
        </p:txBody>
      </p:sp>
    </p:spTree>
    <p:extLst>
      <p:ext uri="{BB962C8B-B14F-4D97-AF65-F5344CB8AC3E}">
        <p14:creationId xmlns:p14="http://schemas.microsoft.com/office/powerpoint/2010/main" val="322989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D9E1-E24F-5902-3794-1E6E1380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22C5-45D9-DAE3-48E4-11210EBF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Discussion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6026579-7342-E0C5-1B64-8FF188F567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2092C-A20F-D1F1-2E61-B671CC4F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Issue Request for Approval</a:t>
            </a:r>
          </a:p>
          <a:p>
            <a:r>
              <a:rPr lang="en-KR" dirty="0"/>
              <a:t>(Edit accordingly. Goal: discussing/requsting for approval on implementation design, or research design, project architecture design, etc.,.)</a:t>
            </a:r>
          </a:p>
        </p:txBody>
      </p:sp>
    </p:spTree>
    <p:extLst>
      <p:ext uri="{BB962C8B-B14F-4D97-AF65-F5344CB8AC3E}">
        <p14:creationId xmlns:p14="http://schemas.microsoft.com/office/powerpoint/2010/main" val="3777946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49B-A9CD-7D14-6DB0-EF1F194E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1024-642E-76F0-68F0-B8421B9A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Next Action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A9CE72C-BD49-E2CB-F8E5-F9713976E8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11D57-FDE9-492F-6231-338FF130D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High-Level 2-Week Plan</a:t>
            </a:r>
          </a:p>
          <a:p>
            <a:r>
              <a:rPr lang="en-KR" dirty="0"/>
              <a:t>(Edit accordingly. Goal: Prepare high-level experiment plan or achievement plan, this help with task assignment from team leader)</a:t>
            </a:r>
          </a:p>
        </p:txBody>
      </p:sp>
    </p:spTree>
    <p:extLst>
      <p:ext uri="{BB962C8B-B14F-4D97-AF65-F5344CB8AC3E}">
        <p14:creationId xmlns:p14="http://schemas.microsoft.com/office/powerpoint/2010/main" val="112411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Q &amp; A"/>
          <p:cNvSpPr txBox="1">
            <a:spLocks noGrp="1"/>
          </p:cNvSpPr>
          <p:nvPr>
            <p:ph type="title"/>
          </p:nvPr>
        </p:nvSpPr>
        <p:spPr>
          <a:xfrm>
            <a:off x="368934" y="48192"/>
            <a:ext cx="7886701" cy="762001"/>
          </a:xfrm>
          <a:prstGeom prst="rect">
            <a:avLst/>
          </a:prstGeom>
        </p:spPr>
        <p:txBody>
          <a:bodyPr/>
          <a:lstStyle/>
          <a:p>
            <a:r>
              <a:t>Q &amp; A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17942" y="6476999"/>
            <a:ext cx="173658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6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104" y="2934351"/>
            <a:ext cx="4294992" cy="12474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92355</TotalTime>
  <Words>144</Words>
  <Application>Microsoft Macintosh PowerPoint</Application>
  <PresentationFormat>On-screen Show (4:3)</PresentationFormat>
  <Paragraphs>34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Avenir Next Regular</vt:lpstr>
      <vt:lpstr>Helvetica</vt:lpstr>
      <vt:lpstr>White</vt:lpstr>
      <vt:lpstr>Bi-Weekly Meeting</vt:lpstr>
      <vt:lpstr>Index </vt:lpstr>
      <vt:lpstr>Research Name</vt:lpstr>
      <vt:lpstr>Executive Summary</vt:lpstr>
      <vt:lpstr>New Progress</vt:lpstr>
      <vt:lpstr>Response to Previous Feedback</vt:lpstr>
      <vt:lpstr>Discussion</vt:lpstr>
      <vt:lpstr>Next Action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cp:lastModifiedBy>muyleanging</cp:lastModifiedBy>
  <cp:revision>5500</cp:revision>
  <cp:lastPrinted>2023-10-18T06:00:50Z</cp:lastPrinted>
  <dcterms:modified xsi:type="dcterms:W3CDTF">2026-04-15T08:55:40Z</dcterms:modified>
</cp:coreProperties>
</file>